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3585E6-4469-1100-B3CE-C04757B78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56D043-3563-1D1E-0247-D886A41C21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F39763-453F-B1F2-DC1D-48C1B600B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F52AEC-80E5-993E-1143-7E6C7E092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C612450-59B6-94AB-1EBF-2AC70C51D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4781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072F78-D90C-A195-90E9-DECA1D59E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9CAB23-AC53-5218-DD8A-A2C2FBC96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7364B0-CDF8-7A7E-36C9-678D71479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584443-B8A2-9C0D-55B6-B64AFAB81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AFCFF3-A397-6550-2015-A01926756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3678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F10BEB-D30D-D30C-FBA0-14A37A2F8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F7C72DC-3807-E7E5-A0FA-D4C94AFED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828AC9-C47B-3617-A4C0-9535F92C9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6D9CC85-02EF-38F2-7F72-AFAB1C7E5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85A8E6-3AC3-836C-6CBB-5A3E265E3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6177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FFBD2D-E887-2E60-FC39-7ACCDA514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9145B3-D259-D566-EF43-845EEA316B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0A5EFB9-8489-9231-F2BD-098ABC5BF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DAF769E-A705-29AC-5DB0-D63539700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16AC73-3C18-DE7E-81A0-2EAE41490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569A5DB-26C8-685C-F244-0E0C59600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9299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62B0CD-1530-862C-3F0D-77DA4D223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F357E2B-5CCB-22DB-6668-4EDC1858C4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33699-213A-4101-DEEB-DBCE3A4464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461B96B-836E-BCF3-4E2D-4B66445101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09A13FD-7B52-4A1F-E959-540529F5F5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F6F703C-6F77-3FE2-FF65-8786AB92B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825D1B2-1367-82C3-9073-8C3A832B3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4F04B3A-469E-E7C3-8616-4CB60BEFD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5762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126E61-410E-CCF5-ADE4-B6BF76340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94A99AB-2877-B62B-C757-E73318C78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AEFCDE-1255-261D-32F3-5FDAA66B5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512041-45E3-686F-067C-B5179AB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9134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4029FF9-1145-AF1E-E3B5-2D0CA5708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8A727AB-A5DC-A92B-808F-CE0C27D40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4B2128-28C8-C990-CA47-06E68E9A1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117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D81F40-E0C6-20B7-FA57-40F0746D6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0B35A7-C8F6-3651-4F09-8085E6115F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E383E0A-CC73-2709-0B5E-252559C992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29F5BBF-245F-C482-05A3-EBFC8A273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C70727-4EFC-F9A9-E9FD-31BC9E5BE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9300D0-EDE6-227E-A794-F987824BF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9203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0B2A7A-AF47-CF3F-649A-BFBCA9B61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5E8185E-B787-CB76-2560-1887F8C433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15FB180-14C2-B8DA-BAFA-DD28E6DA02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8E57723-26B7-B179-ABFE-044992408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911A7-31AE-517D-F3B5-5910DE4EA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8991264-E5DE-808B-2602-DB2AEEC71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4701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84534-CDF7-12DD-DCC0-CEED24A01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6C564E2-73B7-FAD7-7640-2B1E0BC8E0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4A1865-1C77-C122-D973-E28A10B5F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21C0D2-9D72-B67A-7B02-4AFACBCAF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2DF111-A7F9-EA0C-FC47-491ED6BF7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034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FA68201-6E65-7609-9A39-3F497EC14B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B2A4D9-4763-9CD8-0CE2-F5964C997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8849E2-380E-6FD5-D874-229C7013A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9AE6A-7F76-701F-C2F5-971D2FAEF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325E3E-6A65-DEE0-9473-2081B0077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1889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C0878A5-D0AF-FCA4-A1EE-B32218211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FE2B31B-30BF-EF42-51E6-0CE19DDFF1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E8AEDE-AE53-5FC6-0F37-5706032224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2356D3-E30D-44B7-AFFE-AEB9BA27F901}" type="datetimeFigureOut">
              <a:rPr lang="de-DE" smtClean="0"/>
              <a:t>08.05.2026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35DBD8-BF6A-3B06-3027-3B55DF70C2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A0B7DC-01E1-E7EA-7E83-BA3177A9F3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BEB72-1B0A-464B-B2A0-FC863890A4F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4495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273091E2-ACC0-0219-3870-97EE69DBC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80" y="254000"/>
            <a:ext cx="11697996" cy="4902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8CC2BC6-9334-A81F-0BDE-E65EADF8E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" y="2819317"/>
            <a:ext cx="6570586" cy="3987883"/>
          </a:xfrm>
          <a:prstGeom prst="rect">
            <a:avLst/>
          </a:prstGeom>
          <a:ln w="57150">
            <a:solidFill>
              <a:srgbClr val="00B0F0"/>
            </a:solidFill>
          </a:ln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1AFC9F40-8F4C-EA7A-0996-6D676CBC0E75}"/>
              </a:ext>
            </a:extLst>
          </p:cNvPr>
          <p:cNvSpPr/>
          <p:nvPr/>
        </p:nvSpPr>
        <p:spPr>
          <a:xfrm>
            <a:off x="6248400" y="495300"/>
            <a:ext cx="1308100" cy="21717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77A41D-24C6-5391-0E06-3D2D7EDD2213}"/>
              </a:ext>
            </a:extLst>
          </p:cNvPr>
          <p:cNvSpPr txBox="1"/>
          <p:nvPr/>
        </p:nvSpPr>
        <p:spPr>
          <a:xfrm>
            <a:off x="109538" y="3362325"/>
            <a:ext cx="766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Clock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F38258C-FF7F-17F0-F615-6CAF39BCA98E}"/>
              </a:ext>
            </a:extLst>
          </p:cNvPr>
          <p:cNvSpPr txBox="1"/>
          <p:nvPr/>
        </p:nvSpPr>
        <p:spPr>
          <a:xfrm>
            <a:off x="109537" y="4129088"/>
            <a:ext cx="1042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data_in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E4FFECD-5F00-E3D4-18C3-F8E58ABD02F6}"/>
              </a:ext>
            </a:extLst>
          </p:cNvPr>
          <p:cNvSpPr txBox="1"/>
          <p:nvPr/>
        </p:nvSpPr>
        <p:spPr>
          <a:xfrm>
            <a:off x="109536" y="4313754"/>
            <a:ext cx="235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sampled_data_in</a:t>
            </a:r>
            <a:endParaRPr lang="de-DE" dirty="0">
              <a:solidFill>
                <a:schemeClr val="bg1"/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0B22E94-583F-53E9-108D-5FF8AD07B6C8}"/>
              </a:ext>
            </a:extLst>
          </p:cNvPr>
          <p:cNvCxnSpPr/>
          <p:nvPr/>
        </p:nvCxnSpPr>
        <p:spPr>
          <a:xfrm flipV="1">
            <a:off x="2505075" y="3571875"/>
            <a:ext cx="571500" cy="381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F051894-86D7-22F7-CFA0-AD0FCA72B9CD}"/>
              </a:ext>
            </a:extLst>
          </p:cNvPr>
          <p:cNvCxnSpPr/>
          <p:nvPr/>
        </p:nvCxnSpPr>
        <p:spPr>
          <a:xfrm flipV="1">
            <a:off x="2995613" y="3546991"/>
            <a:ext cx="571500" cy="381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9F85040-D55A-5A65-C632-3349B46E2F96}"/>
              </a:ext>
            </a:extLst>
          </p:cNvPr>
          <p:cNvCxnSpPr/>
          <p:nvPr/>
        </p:nvCxnSpPr>
        <p:spPr>
          <a:xfrm flipV="1">
            <a:off x="2871788" y="4307920"/>
            <a:ext cx="571500" cy="381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B3368D26-09A0-357B-5635-342B8B54BFAF}"/>
              </a:ext>
            </a:extLst>
          </p:cNvPr>
          <p:cNvSpPr txBox="1"/>
          <p:nvPr/>
        </p:nvSpPr>
        <p:spPr>
          <a:xfrm>
            <a:off x="1285874" y="3731657"/>
            <a:ext cx="1469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clock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rising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3D46D50-FAEE-5704-23D7-698CCBF08719}"/>
              </a:ext>
            </a:extLst>
          </p:cNvPr>
          <p:cNvSpPr txBox="1"/>
          <p:nvPr/>
        </p:nvSpPr>
        <p:spPr>
          <a:xfrm>
            <a:off x="2015726" y="4655665"/>
            <a:ext cx="1469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>
                <a:solidFill>
                  <a:schemeClr val="bg1"/>
                </a:solidFill>
              </a:rPr>
              <a:t>data</a:t>
            </a:r>
            <a:r>
              <a:rPr lang="de-DE" dirty="0">
                <a:solidFill>
                  <a:schemeClr val="bg1"/>
                </a:solidFill>
              </a:rPr>
              <a:t> on </a:t>
            </a:r>
            <a:r>
              <a:rPr lang="de-DE" dirty="0" err="1">
                <a:solidFill>
                  <a:schemeClr val="bg1"/>
                </a:solidFill>
              </a:rPr>
              <a:t>line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51A762-A833-749D-FFE8-D2629BF4802B}"/>
              </a:ext>
            </a:extLst>
          </p:cNvPr>
          <p:cNvSpPr txBox="1"/>
          <p:nvPr/>
        </p:nvSpPr>
        <p:spPr>
          <a:xfrm>
            <a:off x="3513610" y="3188341"/>
            <a:ext cx="2582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sampling</a:t>
            </a:r>
            <a:r>
              <a:rPr lang="de-DE" dirty="0">
                <a:solidFill>
                  <a:schemeClr val="bg1"/>
                </a:solidFill>
              </a:rPr>
              <a:t> on </a:t>
            </a:r>
            <a:r>
              <a:rPr lang="de-DE" dirty="0" err="1">
                <a:solidFill>
                  <a:schemeClr val="bg1"/>
                </a:solidFill>
              </a:rPr>
              <a:t>falling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edge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4184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3560E-5EF3-8CEE-5D8A-435BDDFA5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9EDBB39-140D-E2E6-75AC-7CFDAB41E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412" y="3117566"/>
            <a:ext cx="1263715" cy="31116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195DC44-18FF-C6EF-89AC-8C515AA44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9037" y="3362472"/>
            <a:ext cx="1286458" cy="3151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A3522D2-CBA3-ED1B-8633-52DD5F5A2F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5861"/>
          <a:stretch>
            <a:fillRect/>
          </a:stretch>
        </p:blipFill>
        <p:spPr>
          <a:xfrm>
            <a:off x="8317948" y="1663237"/>
            <a:ext cx="1568531" cy="27306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9A37D85-5289-5C18-F187-36464835E3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1288" y="1933182"/>
            <a:ext cx="1638384" cy="285765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4EE8BA87-E72F-3D7B-797A-79D77F24C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5935" y="2174675"/>
            <a:ext cx="1790792" cy="27941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360D452-C156-56EF-6B65-47D08282ED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2868" y="1232828"/>
            <a:ext cx="4323764" cy="393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032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</Words>
  <Application>Microsoft Office PowerPoint</Application>
  <PresentationFormat>Breitbild</PresentationFormat>
  <Paragraphs>6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Hoerner</dc:creator>
  <cp:lastModifiedBy>Michael Hoerner</cp:lastModifiedBy>
  <cp:revision>2</cp:revision>
  <dcterms:created xsi:type="dcterms:W3CDTF">2026-04-27T12:09:15Z</dcterms:created>
  <dcterms:modified xsi:type="dcterms:W3CDTF">2026-05-08T08:12:33Z</dcterms:modified>
</cp:coreProperties>
</file>