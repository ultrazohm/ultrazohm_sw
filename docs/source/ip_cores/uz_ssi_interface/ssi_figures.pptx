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3585E6-4469-1100-B3CE-C04757B78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B56D043-3563-1D1E-0247-D886A41C2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F39763-453F-B1F2-DC1D-48C1B600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F52AEC-80E5-993E-1143-7E6C7E09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612450-59B6-94AB-1EBF-2AC70C51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4781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072F78-D90C-A195-90E9-DECA1D59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9CAB23-AC53-5218-DD8A-A2C2FBC96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7364B0-CDF8-7A7E-36C9-678D7147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584443-B8A2-9C0D-55B6-B64AFAB8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AFCFF3-A397-6550-2015-A0192675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367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F10BEB-D30D-D30C-FBA0-14A37A2F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7C72DC-3807-E7E5-A0FA-D4C94AFED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828AC9-C47B-3617-A4C0-9535F92C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D9CC85-02EF-38F2-7F72-AFAB1C7E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A8E6-3AC3-836C-6CBB-5A3E265E3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6177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FBD2D-E887-2E60-FC39-7ACCDA51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9145B3-D259-D566-EF43-845EEA31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A5EFB9-8489-9231-F2BD-098ABC5BF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AF769E-A705-29AC-5DB0-D6353970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16AC73-3C18-DE7E-81A0-2EAE4149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69A5DB-26C8-685C-F244-0E0C5960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29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62B0CD-1530-862C-3F0D-77DA4D22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357E2B-5CCB-22DB-6668-4EDC1858C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B33699-213A-4101-DEEB-DBCE3A446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61B96B-836E-BCF3-4E2D-4B6644510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9A13FD-7B52-4A1F-E959-540529F5F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F6F703C-6F77-3FE2-FF65-8786AB92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825D1B2-1367-82C3-9073-8C3A832B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4F04B3A-469E-E7C3-8616-4CB60BEF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5762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26E61-410E-CCF5-ADE4-B6BF7634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94A99AB-2877-B62B-C757-E73318C78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AEFCDE-1255-261D-32F3-5FDAA66B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512041-45E3-686F-067C-B5179AB2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13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4029FF9-1145-AF1E-E3B5-2D0CA570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A727AB-A5DC-A92B-808F-CE0C27D40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4B2128-28C8-C990-CA47-06E68E9A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117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81F40-E0C6-20B7-FA57-40F0746D6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0B35A7-C8F6-3651-4F09-8085E6115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383E0A-CC73-2709-0B5E-252559C99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9F5BBF-245F-C482-05A3-EBFC8A27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C70727-4EFC-F9A9-E9FD-31BC9E5B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9300D0-EDE6-227E-A794-F987824B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9203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0B2A7A-AF47-CF3F-649A-BFBCA9B6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5E8185E-B787-CB76-2560-1887F8C43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5FB180-14C2-B8DA-BAFA-DD28E6DA0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E57723-26B7-B179-ABFE-04499240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2911A7-31AE-517D-F3B5-5910DE4E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991264-E5DE-808B-2602-DB2AEEC7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4701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84534-CDF7-12DD-DCC0-CEED24A0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C564E2-73B7-FAD7-7640-2B1E0BC8E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4A1865-1C77-C122-D973-E28A10B5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21C0D2-9D72-B67A-7B02-4AFACBCA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2DF111-A7F9-EA0C-FC47-491ED6BF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3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FA68201-6E65-7609-9A39-3F497EC14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B2A4D9-4763-9CD8-0CE2-F5964C997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8849E2-380E-6FD5-D874-229C7013A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9AE6A-7F76-701F-C2F5-971D2FAE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325E3E-6A65-DEE0-9473-2081B007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88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0878A5-D0AF-FCA4-A1EE-B32218211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E2B31B-30BF-EF42-51E6-0CE19DDFF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E8AEDE-AE53-5FC6-0F37-570603222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356D3-E30D-44B7-AFFE-AEB9BA27F901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35DBD8-BF6A-3B06-3027-3B55DF70C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A0B7DC-01E1-E7EA-7E83-BA3177A9F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BEB72-1B0A-464B-B2A0-FC863890A4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449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73F2F22-0407-7A47-DC47-265514A22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168743" cy="590069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877DEA2-27A7-41F3-838B-C6134443D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5" y="2856619"/>
            <a:ext cx="6760026" cy="3652934"/>
          </a:xfrm>
          <a:prstGeom prst="rect">
            <a:avLst/>
          </a:prstGeom>
          <a:ln w="57150">
            <a:solidFill>
              <a:srgbClr val="00B0F0"/>
            </a:solidFill>
          </a:ln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1AFC9F40-8F4C-EA7A-0996-6D676CBC0E75}"/>
              </a:ext>
            </a:extLst>
          </p:cNvPr>
          <p:cNvSpPr/>
          <p:nvPr/>
        </p:nvSpPr>
        <p:spPr>
          <a:xfrm>
            <a:off x="5664200" y="0"/>
            <a:ext cx="1308100" cy="21717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E77A41D-24C6-5391-0E06-3D2D7EDD2213}"/>
              </a:ext>
            </a:extLst>
          </p:cNvPr>
          <p:cNvSpPr txBox="1"/>
          <p:nvPr/>
        </p:nvSpPr>
        <p:spPr>
          <a:xfrm>
            <a:off x="63275" y="3371850"/>
            <a:ext cx="76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Clock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F38258C-FF7F-17F0-F615-6CAF39BCA98E}"/>
              </a:ext>
            </a:extLst>
          </p:cNvPr>
          <p:cNvSpPr txBox="1"/>
          <p:nvPr/>
        </p:nvSpPr>
        <p:spPr>
          <a:xfrm>
            <a:off x="43289" y="3860944"/>
            <a:ext cx="104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data_in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E4FFECD-5F00-E3D4-18C3-F8E58ABD02F6}"/>
              </a:ext>
            </a:extLst>
          </p:cNvPr>
          <p:cNvSpPr txBox="1"/>
          <p:nvPr/>
        </p:nvSpPr>
        <p:spPr>
          <a:xfrm>
            <a:off x="42575" y="4127010"/>
            <a:ext cx="235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sampled_data_in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0B22E94-583F-53E9-108D-5FF8AD07B6C8}"/>
              </a:ext>
            </a:extLst>
          </p:cNvPr>
          <p:cNvCxnSpPr/>
          <p:nvPr/>
        </p:nvCxnSpPr>
        <p:spPr>
          <a:xfrm flipV="1">
            <a:off x="2505075" y="3571875"/>
            <a:ext cx="571500" cy="381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F051894-86D7-22F7-CFA0-AD0FCA72B9CD}"/>
              </a:ext>
            </a:extLst>
          </p:cNvPr>
          <p:cNvCxnSpPr/>
          <p:nvPr/>
        </p:nvCxnSpPr>
        <p:spPr>
          <a:xfrm flipV="1">
            <a:off x="3186622" y="3550682"/>
            <a:ext cx="571500" cy="381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9F85040-D55A-5A65-C632-3349B46E2F96}"/>
              </a:ext>
            </a:extLst>
          </p:cNvPr>
          <p:cNvCxnSpPr/>
          <p:nvPr/>
        </p:nvCxnSpPr>
        <p:spPr>
          <a:xfrm flipV="1">
            <a:off x="2900872" y="4096141"/>
            <a:ext cx="571500" cy="381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B3368D26-09A0-357B-5635-342B8B54BFAF}"/>
              </a:ext>
            </a:extLst>
          </p:cNvPr>
          <p:cNvSpPr txBox="1"/>
          <p:nvPr/>
        </p:nvSpPr>
        <p:spPr>
          <a:xfrm>
            <a:off x="1285874" y="3731657"/>
            <a:ext cx="146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clock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rising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3D46D50-FAEE-5704-23D7-698CCBF08719}"/>
              </a:ext>
            </a:extLst>
          </p:cNvPr>
          <p:cNvSpPr txBox="1"/>
          <p:nvPr/>
        </p:nvSpPr>
        <p:spPr>
          <a:xfrm>
            <a:off x="1804704" y="4468193"/>
            <a:ext cx="1469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data</a:t>
            </a:r>
            <a:r>
              <a:rPr lang="de-DE" dirty="0">
                <a:solidFill>
                  <a:schemeClr val="bg1"/>
                </a:solidFill>
              </a:rPr>
              <a:t> on </a:t>
            </a:r>
            <a:r>
              <a:rPr lang="de-DE" dirty="0" err="1">
                <a:solidFill>
                  <a:schemeClr val="bg1"/>
                </a:solidFill>
              </a:rPr>
              <a:t>line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E51A762-A833-749D-FFE8-D2629BF4802B}"/>
              </a:ext>
            </a:extLst>
          </p:cNvPr>
          <p:cNvSpPr txBox="1"/>
          <p:nvPr/>
        </p:nvSpPr>
        <p:spPr>
          <a:xfrm>
            <a:off x="3735860" y="3371850"/>
            <a:ext cx="2582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sampling</a:t>
            </a:r>
            <a:r>
              <a:rPr lang="de-DE" dirty="0">
                <a:solidFill>
                  <a:schemeClr val="bg1"/>
                </a:solidFill>
              </a:rPr>
              <a:t> on </a:t>
            </a:r>
            <a:r>
              <a:rPr lang="de-DE" dirty="0" err="1">
                <a:solidFill>
                  <a:schemeClr val="bg1"/>
                </a:solidFill>
              </a:rPr>
              <a:t>falling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edge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18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3560E-5EF3-8CEE-5D8A-435BDDFA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9EDBB39-140D-E2E6-75AC-7CFDAB41E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412" y="3117566"/>
            <a:ext cx="1263715" cy="31116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195DC44-18FF-C6EF-89AC-8C515AA44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037" y="3362472"/>
            <a:ext cx="1286458" cy="31518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A3522D2-CBA3-ED1B-8633-52DD5F5A2F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861"/>
          <a:stretch>
            <a:fillRect/>
          </a:stretch>
        </p:blipFill>
        <p:spPr>
          <a:xfrm>
            <a:off x="8317948" y="1663237"/>
            <a:ext cx="1568531" cy="27306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9A37D85-5289-5C18-F187-36464835E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288" y="1933182"/>
            <a:ext cx="1638384" cy="28576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EE8BA87-E72F-3D7B-797A-79D77F24C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5935" y="2174675"/>
            <a:ext cx="1790792" cy="27941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360D452-C156-56EF-6B65-47D08282ED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2868" y="1232828"/>
            <a:ext cx="4323764" cy="393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32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Breitbild</PresentationFormat>
  <Paragraphs>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Hoerner</dc:creator>
  <cp:lastModifiedBy>Michael Hoerner</cp:lastModifiedBy>
  <cp:revision>3</cp:revision>
  <dcterms:created xsi:type="dcterms:W3CDTF">2026-04-27T12:09:15Z</dcterms:created>
  <dcterms:modified xsi:type="dcterms:W3CDTF">2026-05-11T07:16:02Z</dcterms:modified>
</cp:coreProperties>
</file>