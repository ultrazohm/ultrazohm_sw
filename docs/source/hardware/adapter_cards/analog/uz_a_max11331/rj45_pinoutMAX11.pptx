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B"/>
    <a:srgbClr val="0202F7"/>
    <a:srgbClr val="BC6001"/>
    <a:srgbClr val="FA0101"/>
    <a:srgbClr val="00D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199" autoAdjust="0"/>
    <p:restoredTop sz="94660"/>
  </p:normalViewPr>
  <p:slideViewPr>
    <p:cSldViewPr snapToGrid="0">
      <p:cViewPr>
        <p:scale>
          <a:sx n="400" d="100"/>
          <a:sy n="400" d="100"/>
        </p:scale>
        <p:origin x="-5148" y="-54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\\nas.ads.mwn.de\tuei\eal\Central\MyOwnData\ga92wum\Studenten\BA_SimonLukas\Bachelorarbeit_SimonLukas\Measurements\ADC_LTC2311-16_-5VTestingPCB_InternalPowerSupply_BufferLT6203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0" i="0" u="none" strike="noStrike" kern="1200" spc="0" baseline="0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+mn-lt"/>
                <a:ea typeface="+mn-ea"/>
                <a:cs typeface="+mn-cs"/>
              </a:defRPr>
            </a:pPr>
            <a:r>
              <a:rPr lang="en-US" sz="1400" b="0" i="0" baseline="0" noProof="0" dirty="0">
                <a:effectLst/>
              </a:rPr>
              <a:t>Absolute measurement error over input voltage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400" b="0" i="0" u="none" strike="noStrike" kern="1200" spc="0" baseline="0">
              <a:solidFill>
                <a:sysClr val="windowText" lastClr="000000">
                  <a:lumMod val="65000"/>
                  <a:lumOff val="35000"/>
                </a:sys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'Fully Differential'!$A$12:$A$52</c:f>
              <c:numCache>
                <c:formatCode>0.00</c:formatCode>
                <c:ptCount val="41"/>
                <c:pt idx="0">
                  <c:v>5</c:v>
                </c:pt>
                <c:pt idx="1">
                  <c:v>4.9000000000000004</c:v>
                </c:pt>
                <c:pt idx="2">
                  <c:v>4.75</c:v>
                </c:pt>
                <c:pt idx="3">
                  <c:v>4.5999999999999996</c:v>
                </c:pt>
                <c:pt idx="4">
                  <c:v>4.5</c:v>
                </c:pt>
                <c:pt idx="5">
                  <c:v>4.4000000000000004</c:v>
                </c:pt>
                <c:pt idx="6">
                  <c:v>4</c:v>
                </c:pt>
                <c:pt idx="7">
                  <c:v>3.75</c:v>
                </c:pt>
                <c:pt idx="8">
                  <c:v>3.5</c:v>
                </c:pt>
                <c:pt idx="9">
                  <c:v>3.25</c:v>
                </c:pt>
                <c:pt idx="10">
                  <c:v>3</c:v>
                </c:pt>
                <c:pt idx="11">
                  <c:v>2</c:v>
                </c:pt>
                <c:pt idx="12">
                  <c:v>1</c:v>
                </c:pt>
                <c:pt idx="13">
                  <c:v>0.75</c:v>
                </c:pt>
                <c:pt idx="14">
                  <c:v>0.5</c:v>
                </c:pt>
                <c:pt idx="15">
                  <c:v>0.25</c:v>
                </c:pt>
                <c:pt idx="16">
                  <c:v>0.1</c:v>
                </c:pt>
                <c:pt idx="17">
                  <c:v>0.05</c:v>
                </c:pt>
                <c:pt idx="18">
                  <c:v>0.02</c:v>
                </c:pt>
                <c:pt idx="19">
                  <c:v>0.01</c:v>
                </c:pt>
                <c:pt idx="20">
                  <c:v>0</c:v>
                </c:pt>
                <c:pt idx="21">
                  <c:v>-0.01</c:v>
                </c:pt>
                <c:pt idx="22">
                  <c:v>-0.02</c:v>
                </c:pt>
                <c:pt idx="23">
                  <c:v>-0.05</c:v>
                </c:pt>
                <c:pt idx="24">
                  <c:v>-0.1</c:v>
                </c:pt>
                <c:pt idx="25">
                  <c:v>-0.25</c:v>
                </c:pt>
                <c:pt idx="26">
                  <c:v>-0.5</c:v>
                </c:pt>
                <c:pt idx="27">
                  <c:v>-0.75</c:v>
                </c:pt>
                <c:pt idx="28">
                  <c:v>-1</c:v>
                </c:pt>
                <c:pt idx="29">
                  <c:v>-2</c:v>
                </c:pt>
                <c:pt idx="30">
                  <c:v>-3</c:v>
                </c:pt>
                <c:pt idx="31">
                  <c:v>-3.25</c:v>
                </c:pt>
                <c:pt idx="32">
                  <c:v>-3.5</c:v>
                </c:pt>
                <c:pt idx="33">
                  <c:v>-3.75</c:v>
                </c:pt>
                <c:pt idx="34">
                  <c:v>-4</c:v>
                </c:pt>
                <c:pt idx="35">
                  <c:v>-4.4000000000000004</c:v>
                </c:pt>
                <c:pt idx="36">
                  <c:v>-4.5</c:v>
                </c:pt>
                <c:pt idx="37">
                  <c:v>-4.5999999999999996</c:v>
                </c:pt>
                <c:pt idx="38">
                  <c:v>-4.75</c:v>
                </c:pt>
                <c:pt idx="39">
                  <c:v>-4.9000000000000004</c:v>
                </c:pt>
                <c:pt idx="40">
                  <c:v>-5</c:v>
                </c:pt>
              </c:numCache>
            </c:numRef>
          </c:cat>
          <c:val>
            <c:numRef>
              <c:f>'Fully Differential'!$C$12:$C$52</c:f>
              <c:numCache>
                <c:formatCode>0.00\ "mV"</c:formatCode>
                <c:ptCount val="41"/>
                <c:pt idx="0">
                  <c:v>1.9200000000001438</c:v>
                </c:pt>
                <c:pt idx="1">
                  <c:v>1.7499999999994742</c:v>
                </c:pt>
                <c:pt idx="2">
                  <c:v>1.4599999999997948</c:v>
                </c:pt>
                <c:pt idx="3">
                  <c:v>1.1499999999999844</c:v>
                </c:pt>
                <c:pt idx="4">
                  <c:v>2.5500000000002743</c:v>
                </c:pt>
                <c:pt idx="5">
                  <c:v>2.3599999999994736</c:v>
                </c:pt>
                <c:pt idx="6">
                  <c:v>1.9799999999996487</c:v>
                </c:pt>
                <c:pt idx="7">
                  <c:v>1.4799999999999258</c:v>
                </c:pt>
                <c:pt idx="8">
                  <c:v>1.3600000000000279</c:v>
                </c:pt>
                <c:pt idx="9">
                  <c:v>2.2999999999999687</c:v>
                </c:pt>
                <c:pt idx="10">
                  <c:v>1.2500000000001954</c:v>
                </c:pt>
                <c:pt idx="11">
                  <c:v>0.99999999999988987</c:v>
                </c:pt>
                <c:pt idx="12">
                  <c:v>-9.0000000000034497E-2</c:v>
                </c:pt>
                <c:pt idx="13">
                  <c:v>1.0000000000000009</c:v>
                </c:pt>
                <c:pt idx="14">
                  <c:v>0.53999999999998494</c:v>
                </c:pt>
                <c:pt idx="15">
                  <c:v>0.40000000000001146</c:v>
                </c:pt>
                <c:pt idx="16">
                  <c:v>0.12999999999999123</c:v>
                </c:pt>
                <c:pt idx="17">
                  <c:v>3.999999999999837E-2</c:v>
                </c:pt>
                <c:pt idx="18">
                  <c:v>0.97999999999999821</c:v>
                </c:pt>
                <c:pt idx="19">
                  <c:v>-0.50000000000000044</c:v>
                </c:pt>
                <c:pt idx="20">
                  <c:v>0.05</c:v>
                </c:pt>
                <c:pt idx="21">
                  <c:v>0.42000000000000026</c:v>
                </c:pt>
                <c:pt idx="22">
                  <c:v>0.49000000000000088</c:v>
                </c:pt>
                <c:pt idx="23">
                  <c:v>-0.1399999999999943</c:v>
                </c:pt>
                <c:pt idx="24">
                  <c:v>-0.25000000000000022</c:v>
                </c:pt>
                <c:pt idx="25">
                  <c:v>1.0100000000000109</c:v>
                </c:pt>
                <c:pt idx="26">
                  <c:v>0.93999999999999639</c:v>
                </c:pt>
                <c:pt idx="27">
                  <c:v>0.46000000000001595</c:v>
                </c:pt>
                <c:pt idx="28">
                  <c:v>-2.9999999999974492E-2</c:v>
                </c:pt>
                <c:pt idx="29">
                  <c:v>-0.10000000000021103</c:v>
                </c:pt>
                <c:pt idx="30">
                  <c:v>0.19999999999997797</c:v>
                </c:pt>
                <c:pt idx="31">
                  <c:v>-0.59999999999993392</c:v>
                </c:pt>
                <c:pt idx="32">
                  <c:v>-1.1999999999998678</c:v>
                </c:pt>
                <c:pt idx="33">
                  <c:v>-1.2300000000000644</c:v>
                </c:pt>
                <c:pt idx="34">
                  <c:v>0</c:v>
                </c:pt>
                <c:pt idx="35">
                  <c:v>-0.77999999999978087</c:v>
                </c:pt>
                <c:pt idx="36">
                  <c:v>-0.60000000000037801</c:v>
                </c:pt>
                <c:pt idx="37">
                  <c:v>-0.75000000000002842</c:v>
                </c:pt>
                <c:pt idx="38">
                  <c:v>-1.000000000000334</c:v>
                </c:pt>
                <c:pt idx="39">
                  <c:v>-1.2799999999995038</c:v>
                </c:pt>
                <c:pt idx="40">
                  <c:v>-1.4000000000002899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765-48C2-9721-319EF5E78C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1371568"/>
        <c:axId val="61371896"/>
      </c:barChart>
      <c:catAx>
        <c:axId val="61371568"/>
        <c:scaling>
          <c:orientation val="minMax"/>
        </c:scaling>
        <c:delete val="0"/>
        <c:axPos val="b"/>
        <c:numFmt formatCode="0.0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1371896"/>
        <c:crosses val="autoZero"/>
        <c:auto val="1"/>
        <c:lblAlgn val="ctr"/>
        <c:lblOffset val="100"/>
        <c:noMultiLvlLbl val="0"/>
      </c:catAx>
      <c:valAx>
        <c:axId val="61371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\ &quot;mV&quot;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6137156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86341-4ACE-4CB8-8AB9-F01BA3CD47E8}" type="datetimeFigureOut">
              <a:rPr lang="de-DE" smtClean="0"/>
              <a:t>12.01.2025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75E33D-BF39-45D9-9E1D-EB9B81154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8440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86341-4ACE-4CB8-8AB9-F01BA3CD47E8}" type="datetimeFigureOut">
              <a:rPr lang="de-DE" smtClean="0"/>
              <a:t>12.01.2025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75E33D-BF39-45D9-9E1D-EB9B81154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8575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86341-4ACE-4CB8-8AB9-F01BA3CD47E8}" type="datetimeFigureOut">
              <a:rPr lang="de-DE" smtClean="0"/>
              <a:t>12.01.2025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75E33D-BF39-45D9-9E1D-EB9B81154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09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86341-4ACE-4CB8-8AB9-F01BA3CD47E8}" type="datetimeFigureOut">
              <a:rPr lang="de-DE" smtClean="0"/>
              <a:t>12.01.2025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75E33D-BF39-45D9-9E1D-EB9B81154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4006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86341-4ACE-4CB8-8AB9-F01BA3CD47E8}" type="datetimeFigureOut">
              <a:rPr lang="de-DE" smtClean="0"/>
              <a:t>12.01.2025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75E33D-BF39-45D9-9E1D-EB9B81154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0967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86341-4ACE-4CB8-8AB9-F01BA3CD47E8}" type="datetimeFigureOut">
              <a:rPr lang="de-DE" smtClean="0"/>
              <a:t>12.01.2025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75E33D-BF39-45D9-9E1D-EB9B81154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350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86341-4ACE-4CB8-8AB9-F01BA3CD47E8}" type="datetimeFigureOut">
              <a:rPr lang="de-DE" smtClean="0"/>
              <a:t>12.01.2025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75E33D-BF39-45D9-9E1D-EB9B81154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69438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86341-4ACE-4CB8-8AB9-F01BA3CD47E8}" type="datetimeFigureOut">
              <a:rPr lang="de-DE" smtClean="0"/>
              <a:t>12.01.2025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75E33D-BF39-45D9-9E1D-EB9B81154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5197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Formatvorlagen des Textmasters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86341-4ACE-4CB8-8AB9-F01BA3CD47E8}" type="datetimeFigureOut">
              <a:rPr lang="de-DE" smtClean="0"/>
              <a:t>12.01.2025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75E33D-BF39-45D9-9E1D-EB9B81154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2740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86341-4ACE-4CB8-8AB9-F01BA3CD47E8}" type="datetimeFigureOut">
              <a:rPr lang="de-DE" smtClean="0"/>
              <a:t>12.01.2025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75E33D-BF39-45D9-9E1D-EB9B81154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5915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86341-4ACE-4CB8-8AB9-F01BA3CD47E8}" type="datetimeFigureOut">
              <a:rPr lang="de-DE" smtClean="0"/>
              <a:t>12.01.2025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75E33D-BF39-45D9-9E1D-EB9B81154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7533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B86341-4ACE-4CB8-8AB9-F01BA3CD47E8}" type="datetimeFigureOut">
              <a:rPr lang="de-DE" smtClean="0"/>
              <a:t>12.01.2025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75E33D-BF39-45D9-9E1D-EB9B8115457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5871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rafik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187" y="2796102"/>
            <a:ext cx="3546088" cy="2175948"/>
          </a:xfrm>
          <a:prstGeom prst="rect">
            <a:avLst/>
          </a:prstGeom>
        </p:spPr>
      </p:pic>
      <p:grpSp>
        <p:nvGrpSpPr>
          <p:cNvPr id="17" name="Gruppieren 16"/>
          <p:cNvGrpSpPr/>
          <p:nvPr/>
        </p:nvGrpSpPr>
        <p:grpSpPr>
          <a:xfrm>
            <a:off x="5754067" y="2814031"/>
            <a:ext cx="1778706" cy="2023719"/>
            <a:chOff x="6506774" y="778933"/>
            <a:chExt cx="1778706" cy="2023719"/>
          </a:xfrm>
        </p:grpSpPr>
        <p:sp>
          <p:nvSpPr>
            <p:cNvPr id="9" name="Textfeld 8"/>
            <p:cNvSpPr txBox="1"/>
            <p:nvPr/>
          </p:nvSpPr>
          <p:spPr>
            <a:xfrm>
              <a:off x="6583680" y="2433320"/>
              <a:ext cx="8229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b="1" dirty="0">
                  <a:solidFill>
                    <a:srgbClr val="BC6001"/>
                  </a:solidFill>
                </a:rPr>
                <a:t>ADC4</a:t>
              </a:r>
            </a:p>
          </p:txBody>
        </p:sp>
        <p:sp>
          <p:nvSpPr>
            <p:cNvPr id="10" name="Textfeld 9"/>
            <p:cNvSpPr txBox="1"/>
            <p:nvPr/>
          </p:nvSpPr>
          <p:spPr>
            <a:xfrm>
              <a:off x="6564973" y="778933"/>
              <a:ext cx="8229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b="1" dirty="0">
                  <a:solidFill>
                    <a:srgbClr val="FA0101"/>
                  </a:solidFill>
                </a:rPr>
                <a:t>ADC1</a:t>
              </a:r>
            </a:p>
          </p:txBody>
        </p:sp>
        <p:sp>
          <p:nvSpPr>
            <p:cNvPr id="11" name="Textfeld 10"/>
            <p:cNvSpPr txBox="1"/>
            <p:nvPr/>
          </p:nvSpPr>
          <p:spPr>
            <a:xfrm>
              <a:off x="7462520" y="1620520"/>
              <a:ext cx="8229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b="1" dirty="0">
                  <a:solidFill>
                    <a:srgbClr val="00D300"/>
                  </a:solidFill>
                </a:rPr>
                <a:t>ADC2</a:t>
              </a:r>
            </a:p>
          </p:txBody>
        </p:sp>
        <p:sp>
          <p:nvSpPr>
            <p:cNvPr id="12" name="Textfeld 11"/>
            <p:cNvSpPr txBox="1"/>
            <p:nvPr/>
          </p:nvSpPr>
          <p:spPr>
            <a:xfrm>
              <a:off x="7462520" y="2035140"/>
              <a:ext cx="8229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b="1" dirty="0">
                  <a:solidFill>
                    <a:srgbClr val="0202F7"/>
                  </a:solidFill>
                </a:rPr>
                <a:t>ADC3</a:t>
              </a:r>
            </a:p>
          </p:txBody>
        </p:sp>
        <p:cxnSp>
          <p:nvCxnSpPr>
            <p:cNvPr id="14" name="Gerader Verbinder 13"/>
            <p:cNvCxnSpPr>
              <a:stCxn id="12" idx="1"/>
            </p:cNvCxnSpPr>
            <p:nvPr/>
          </p:nvCxnSpPr>
          <p:spPr>
            <a:xfrm flipH="1" flipV="1">
              <a:off x="6506774" y="1782543"/>
              <a:ext cx="955746" cy="437263"/>
            </a:xfrm>
            <a:prstGeom prst="line">
              <a:avLst/>
            </a:prstGeom>
            <a:ln w="28575">
              <a:solidFill>
                <a:srgbClr val="0000F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feld 25"/>
          <p:cNvSpPr txBox="1"/>
          <p:nvPr/>
        </p:nvSpPr>
        <p:spPr>
          <a:xfrm>
            <a:off x="4588567" y="2629365"/>
            <a:ext cx="34817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P1</a:t>
            </a:r>
          </a:p>
          <a:p>
            <a:endParaRPr lang="de-DE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N1</a:t>
            </a:r>
            <a:endParaRPr lang="de-DE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feld 27"/>
          <p:cNvSpPr txBox="1"/>
          <p:nvPr/>
        </p:nvSpPr>
        <p:spPr>
          <a:xfrm>
            <a:off x="4587905" y="3209295"/>
            <a:ext cx="3401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P2</a:t>
            </a:r>
            <a:endParaRPr lang="de-DE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feld 28"/>
          <p:cNvSpPr txBox="1"/>
          <p:nvPr/>
        </p:nvSpPr>
        <p:spPr>
          <a:xfrm>
            <a:off x="4587905" y="3465418"/>
            <a:ext cx="34817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P3</a:t>
            </a:r>
          </a:p>
          <a:p>
            <a:endParaRPr lang="de-DE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N3</a:t>
            </a:r>
            <a:endParaRPr lang="de-DE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feld 29"/>
          <p:cNvSpPr txBox="1"/>
          <p:nvPr/>
        </p:nvSpPr>
        <p:spPr>
          <a:xfrm>
            <a:off x="4595919" y="4265637"/>
            <a:ext cx="34817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P4</a:t>
            </a:r>
          </a:p>
          <a:p>
            <a:endParaRPr lang="de-DE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N4</a:t>
            </a:r>
            <a:endParaRPr lang="de-DE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feld 30"/>
          <p:cNvSpPr txBox="1"/>
          <p:nvPr/>
        </p:nvSpPr>
        <p:spPr>
          <a:xfrm>
            <a:off x="4595919" y="4019416"/>
            <a:ext cx="3481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 dirty="0">
                <a:latin typeface="Arial" panose="020B0604020202020204" pitchFamily="34" charset="0"/>
                <a:cs typeface="Arial" panose="020B0604020202020204" pitchFamily="34" charset="0"/>
              </a:rPr>
              <a:t>N2</a:t>
            </a:r>
            <a:endParaRPr lang="de-DE" sz="9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0DDBB42-F982-467E-B352-AAE80554C1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52" y="2660517"/>
            <a:ext cx="3169627" cy="2314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697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99" t="6845" r="3712" b="4356"/>
          <a:stretch/>
        </p:blipFill>
        <p:spPr>
          <a:xfrm>
            <a:off x="899160" y="508000"/>
            <a:ext cx="6720840" cy="4714240"/>
          </a:xfrm>
          <a:prstGeom prst="rect">
            <a:avLst/>
          </a:prstGeom>
        </p:spPr>
      </p:pic>
      <p:sp>
        <p:nvSpPr>
          <p:cNvPr id="5" name="Rechteck 4"/>
          <p:cNvSpPr/>
          <p:nvPr/>
        </p:nvSpPr>
        <p:spPr>
          <a:xfrm>
            <a:off x="3566120" y="5139174"/>
            <a:ext cx="6934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dirty="0">
                <a:latin typeface="Arial" panose="020B0604020202020204" pitchFamily="34" charset="0"/>
                <a:cs typeface="Arial" panose="020B0604020202020204" pitchFamily="34" charset="0"/>
              </a:rPr>
              <a:t>P   N</a:t>
            </a:r>
            <a:endParaRPr lang="de-DE" dirty="0"/>
          </a:p>
        </p:txBody>
      </p:sp>
      <p:sp>
        <p:nvSpPr>
          <p:cNvPr id="6" name="Rechteck 5"/>
          <p:cNvSpPr/>
          <p:nvPr/>
        </p:nvSpPr>
        <p:spPr>
          <a:xfrm>
            <a:off x="4444960" y="5139174"/>
            <a:ext cx="6934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dirty="0">
                <a:latin typeface="Arial" panose="020B0604020202020204" pitchFamily="34" charset="0"/>
                <a:cs typeface="Arial" panose="020B0604020202020204" pitchFamily="34" charset="0"/>
              </a:rPr>
              <a:t>P   N</a:t>
            </a:r>
            <a:endParaRPr lang="de-DE" dirty="0"/>
          </a:p>
        </p:txBody>
      </p:sp>
      <p:sp>
        <p:nvSpPr>
          <p:cNvPr id="7" name="Rechteck 6"/>
          <p:cNvSpPr/>
          <p:nvPr/>
        </p:nvSpPr>
        <p:spPr>
          <a:xfrm>
            <a:off x="5339020" y="5139174"/>
            <a:ext cx="6934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dirty="0">
                <a:latin typeface="Arial" panose="020B0604020202020204" pitchFamily="34" charset="0"/>
                <a:cs typeface="Arial" panose="020B0604020202020204" pitchFamily="34" charset="0"/>
              </a:rPr>
              <a:t>P   N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>
          <a:xfrm>
            <a:off x="6299140" y="5139174"/>
            <a:ext cx="6934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dirty="0">
                <a:latin typeface="Arial" panose="020B0604020202020204" pitchFamily="34" charset="0"/>
                <a:cs typeface="Arial" panose="020B0604020202020204" pitchFamily="34" charset="0"/>
              </a:rPr>
              <a:t>P   N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0963C0E-3A1B-4AC7-B96A-9C9E9C9EB248}"/>
              </a:ext>
            </a:extLst>
          </p:cNvPr>
          <p:cNvSpPr txBox="1"/>
          <p:nvPr/>
        </p:nvSpPr>
        <p:spPr>
          <a:xfrm>
            <a:off x="3566120" y="3870644"/>
            <a:ext cx="822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BC6001"/>
                </a:solidFill>
              </a:rPr>
              <a:t>ADC4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4855492-1DD8-4324-A004-508FCA3F0940}"/>
              </a:ext>
            </a:extLst>
          </p:cNvPr>
          <p:cNvSpPr txBox="1"/>
          <p:nvPr/>
        </p:nvSpPr>
        <p:spPr>
          <a:xfrm>
            <a:off x="6234390" y="3870644"/>
            <a:ext cx="822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A0101"/>
                </a:solidFill>
              </a:rPr>
              <a:t>ADC1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9FCD644-4BF3-4AFE-A13C-10D00C99BC02}"/>
              </a:ext>
            </a:extLst>
          </p:cNvPr>
          <p:cNvSpPr txBox="1"/>
          <p:nvPr/>
        </p:nvSpPr>
        <p:spPr>
          <a:xfrm>
            <a:off x="5339020" y="3870644"/>
            <a:ext cx="822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00D300"/>
                </a:solidFill>
              </a:rPr>
              <a:t>ADC2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918171A-78F9-48D3-B55A-F1534AB604B7}"/>
              </a:ext>
            </a:extLst>
          </p:cNvPr>
          <p:cNvSpPr txBox="1"/>
          <p:nvPr/>
        </p:nvSpPr>
        <p:spPr>
          <a:xfrm>
            <a:off x="4479855" y="3870644"/>
            <a:ext cx="822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0202F7"/>
                </a:solidFill>
              </a:rPr>
              <a:t>ADC3</a:t>
            </a:r>
          </a:p>
        </p:txBody>
      </p:sp>
    </p:spTree>
    <p:extLst>
      <p:ext uri="{BB962C8B-B14F-4D97-AF65-F5344CB8AC3E}">
        <p14:creationId xmlns:p14="http://schemas.microsoft.com/office/powerpoint/2010/main" val="5878572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BAC00F00-8D3A-4800-8E6D-370ECB83B3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4485858"/>
              </p:ext>
            </p:extLst>
          </p:nvPr>
        </p:nvGraphicFramePr>
        <p:xfrm>
          <a:off x="1527045" y="1251862"/>
          <a:ext cx="6486733" cy="37461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83233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E0F93DCD-6810-4217-8F4F-6CAA265000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034" b="97613" l="1195" r="98749">
                        <a14:foregroundMark x1="17861" y1="5924" x2="29124" y2="5747"/>
                        <a14:foregroundMark x1="29124" y1="5747" x2="61263" y2="9019"/>
                        <a14:foregroundMark x1="61263" y1="9019" x2="72924" y2="7869"/>
                        <a14:foregroundMark x1="72924" y1="7869" x2="84300" y2="8488"/>
                        <a14:foregroundMark x1="84300" y1="8488" x2="88965" y2="7073"/>
                        <a14:foregroundMark x1="88965" y1="7073" x2="91695" y2="17507"/>
                        <a14:foregroundMark x1="91695" y1="17507" x2="95051" y2="88859"/>
                        <a14:foregroundMark x1="95051" y1="88859" x2="91411" y2="93811"/>
                        <a14:foregroundMark x1="91411" y1="93811" x2="87201" y2="92219"/>
                        <a14:foregroundMark x1="95506" y1="43148" x2="93060" y2="60831"/>
                        <a14:foregroundMark x1="93060" y1="60831" x2="90614" y2="67197"/>
                        <a14:foregroundMark x1="90614" y1="67197" x2="90273" y2="67374"/>
                        <a14:foregroundMark x1="96871" y1="9019" x2="98180" y2="16622"/>
                        <a14:foregroundMark x1="98180" y1="16622" x2="95734" y2="78957"/>
                        <a14:foregroundMark x1="95734" y1="78957" x2="98066" y2="88417"/>
                        <a14:foregroundMark x1="96246" y1="91512" x2="92036" y2="95137"/>
                        <a14:foregroundMark x1="92036" y1="95137" x2="13424" y2="92750"/>
                        <a14:foregroundMark x1="13424" y1="92750" x2="13879" y2="66048"/>
                        <a14:foregroundMark x1="13879" y1="66048" x2="10637" y2="60654"/>
                        <a14:foregroundMark x1="10637" y1="60654" x2="6428" y2="64456"/>
                        <a14:foregroundMark x1="6428" y1="64456" x2="3527" y2="58798"/>
                        <a14:foregroundMark x1="3527" y1="58798" x2="5859" y2="52785"/>
                        <a14:foregroundMark x1="5859" y1="52785" x2="5518" y2="45889"/>
                        <a14:foregroundMark x1="5518" y1="45889" x2="2218" y2="39788"/>
                        <a14:foregroundMark x1="2218" y1="39788" x2="5404" y2="33245"/>
                        <a14:foregroundMark x1="5404" y1="33245" x2="10580" y2="31830"/>
                        <a14:foregroundMark x1="10580" y1="31830" x2="11263" y2="32803"/>
                        <a14:foregroundMark x1="2844" y1="32449" x2="2787" y2="47657"/>
                        <a14:foregroundMark x1="2787" y1="47657" x2="2730" y2="47745"/>
                        <a14:foregroundMark x1="1251" y1="52166" x2="1934" y2="65075"/>
                        <a14:foregroundMark x1="1365" y1="65429" x2="2389" y2="65429"/>
                        <a14:foregroundMark x1="5802" y1="69319" x2="5973" y2="69938"/>
                        <a14:foregroundMark x1="9215" y1="29001" x2="7679" y2="29797"/>
                        <a14:foregroundMark x1="5745" y1="27321" x2="6257" y2="28382"/>
                        <a14:foregroundMark x1="2503" y1="31742" x2="1365" y2="31742"/>
                        <a14:foregroundMark x1="12628" y1="6366" x2="14334" y2="15827"/>
                        <a14:foregroundMark x1="14334" y1="15827" x2="16724" y2="17772"/>
                        <a14:foregroundMark x1="92662" y1="2387" x2="85210" y2="2387"/>
                        <a14:foregroundMark x1="10182" y1="95668" x2="10353" y2="95844"/>
                        <a14:foregroundMark x1="8817" y1="97613" x2="9386" y2="97259"/>
                        <a14:foregroundMark x1="10068" y1="93634" x2="10182" y2="94430"/>
                        <a14:foregroundMark x1="97042" y1="2210" x2="97156" y2="4951"/>
                        <a14:foregroundMark x1="98407" y1="61804" x2="98749" y2="63926"/>
                        <a14:foregroundMark x1="98521" y1="58267" x2="98692" y2="59328"/>
                        <a14:foregroundMark x1="98464" y1="56676" x2="98578" y2="58355"/>
                        <a14:foregroundMark x1="98578" y1="4244" x2="98123" y2="4421"/>
                        <a14:foregroundMark x1="98578" y1="93103" x2="98237" y2="92661"/>
                        <a14:foregroundMark x1="2446" y1="51636" x2="2446" y2="51636"/>
                        <a14:backgroundMark x1="3413" y1="50398" x2="2332" y2="50221"/>
                        <a14:backgroundMark x1="14562" y1="707" x2="16382" y2="707"/>
                        <a14:backgroundMark x1="90330" y1="354" x2="91638" y2="0"/>
                        <a14:backgroundMark x1="98237" y1="1149" x2="98692" y2="1680"/>
                        <a14:backgroundMark x1="99204" y1="6808" x2="99602" y2="8753"/>
                        <a14:backgroundMark x1="99659" y1="11141" x2="99659" y2="14766"/>
                        <a14:backgroundMark x1="99659" y1="33775" x2="98757" y2="56628"/>
                        <a14:backgroundMark x1="98890" y1="63872" x2="99033" y2="64368"/>
                        <a14:backgroundMark x1="99374" y1="91070" x2="99602" y2="88594"/>
                        <a14:backgroundMark x1="99488" y1="80637" x2="99374" y2="79045"/>
                        <a14:backgroundMark x1="99488" y1="72679" x2="99204" y2="69850"/>
                        <a14:backgroundMark x1="99317" y1="64810" x2="99374" y2="62865"/>
                        <a14:backgroundMark x1="99317" y1="59328" x2="99716" y2="61096"/>
                        <a14:backgroundMark x1="97668" y1="6278" x2="97895" y2="6366"/>
                        <a14:backgroundMark x1="96985" y1="2387" x2="96928" y2="1945"/>
                        <a14:backgroundMark x1="97099" y1="2034" x2="97099" y2="2387"/>
                        <a14:backgroundMark x1="97554" y1="90981" x2="97782" y2="9089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6042" y="0"/>
            <a:ext cx="106599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670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6BCA102-2B3D-47A3-9F78-2F93ACC35E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1956" y="2250945"/>
            <a:ext cx="3688088" cy="2356109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82979712-7904-4F03-97E3-B30DFE3FAC12}"/>
              </a:ext>
            </a:extLst>
          </p:cNvPr>
          <p:cNvSpPr/>
          <p:nvPr/>
        </p:nvSpPr>
        <p:spPr>
          <a:xfrm>
            <a:off x="4256718" y="3138488"/>
            <a:ext cx="350043" cy="13049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A9CA0B1-0701-40E9-904C-225682603770}"/>
              </a:ext>
            </a:extLst>
          </p:cNvPr>
          <p:cNvSpPr/>
          <p:nvPr/>
        </p:nvSpPr>
        <p:spPr>
          <a:xfrm>
            <a:off x="5992650" y="4133850"/>
            <a:ext cx="1777369" cy="152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2C25B53-9088-4B0E-B6E2-0A3F9325E4F6}"/>
              </a:ext>
            </a:extLst>
          </p:cNvPr>
          <p:cNvSpPr/>
          <p:nvPr/>
        </p:nvSpPr>
        <p:spPr>
          <a:xfrm>
            <a:off x="4621051" y="4143374"/>
            <a:ext cx="941549" cy="152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42EEC3-0AE7-4330-B609-35E75D874CBE}"/>
              </a:ext>
            </a:extLst>
          </p:cNvPr>
          <p:cNvSpPr/>
          <p:nvPr/>
        </p:nvSpPr>
        <p:spPr>
          <a:xfrm>
            <a:off x="7542843" y="3290886"/>
            <a:ext cx="350043" cy="13049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A329897-955B-44BA-8848-8417BB33D478}"/>
              </a:ext>
            </a:extLst>
          </p:cNvPr>
          <p:cNvSpPr/>
          <p:nvPr/>
        </p:nvSpPr>
        <p:spPr>
          <a:xfrm>
            <a:off x="5591177" y="4186237"/>
            <a:ext cx="385760" cy="152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956FF32-C3E6-402D-9A17-38757FF50982}"/>
              </a:ext>
            </a:extLst>
          </p:cNvPr>
          <p:cNvSpPr txBox="1"/>
          <p:nvPr/>
        </p:nvSpPr>
        <p:spPr>
          <a:xfrm>
            <a:off x="4929188" y="3167389"/>
            <a:ext cx="3914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dirty="0"/>
              <a:t>R</a:t>
            </a:r>
            <a:r>
              <a:rPr lang="de-DE" sz="1050" baseline="-25000" dirty="0"/>
              <a:t>pt1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FD22AC0-5A59-4160-A2D6-845E066C6DCA}"/>
              </a:ext>
            </a:extLst>
          </p:cNvPr>
          <p:cNvSpPr txBox="1"/>
          <p:nvPr/>
        </p:nvSpPr>
        <p:spPr>
          <a:xfrm>
            <a:off x="5056789" y="3578178"/>
            <a:ext cx="391454" cy="25391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1050" dirty="0"/>
              <a:t>C</a:t>
            </a:r>
            <a:r>
              <a:rPr lang="de-DE" sz="1050" baseline="-25000" dirty="0"/>
              <a:t>pt1</a:t>
            </a:r>
          </a:p>
        </p:txBody>
      </p:sp>
    </p:spTree>
    <p:extLst>
      <p:ext uri="{BB962C8B-B14F-4D97-AF65-F5344CB8AC3E}">
        <p14:creationId xmlns:p14="http://schemas.microsoft.com/office/powerpoint/2010/main" val="22792699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</Words>
  <Application>Microsoft Office PowerPoint</Application>
  <PresentationFormat>Breitbild</PresentationFormat>
  <Paragraphs>26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Leibniz-Rechenzentrum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Liegmann, Eyke</dc:creator>
  <cp:lastModifiedBy>Sebastian-Wendel</cp:lastModifiedBy>
  <cp:revision>11</cp:revision>
  <dcterms:created xsi:type="dcterms:W3CDTF">2020-12-07T15:32:54Z</dcterms:created>
  <dcterms:modified xsi:type="dcterms:W3CDTF">2025-01-12T10:31:59Z</dcterms:modified>
</cp:coreProperties>
</file>