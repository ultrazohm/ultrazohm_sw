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322D8F-B703-EE7C-FABF-3EE227B73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0A99C4-3D6C-634F-17B9-1348BFD0B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EB1A25-7448-3D63-C3BD-57F17066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99BBBC-3460-5517-28EE-8687B4C7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9FD694-6759-8A4E-824A-865D162B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5963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713A2F-8E7B-A165-9E92-077429A23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6F0F22-2DB0-F390-95F7-3715C34E8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A14C88-7D59-94CD-F3AF-7F08CF106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E6AA1B-95B5-D239-7821-824201AA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F23422-77BF-6394-87AD-40B50D08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9793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B8C444-FECD-0506-26B0-152D00EA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7E201B-BFF6-5BC8-06DA-F87AD1D35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0B3292-176A-5890-3013-22F68BD0A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BBB627-8DA3-24ED-B1A0-3BCF0C9D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47BE78-AE43-F169-0236-124D8C526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243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76B3D7-9FCC-DCDF-BF58-C59F8FF9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54E484-801C-6F1C-E38D-DDC1B95C8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EF6ED-B5A3-B220-DA05-80D99CC02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83DC93-BA1D-BE91-3AA8-126879E53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A28F063-0017-229F-7A30-E8B9CA197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659A3D-F7C0-EE34-BBEE-BFA50258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42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22940C-0118-1A16-169C-E5A106543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A1710C-5EED-8D13-D6C4-462520044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71876B-E455-0884-5BC9-870925D2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B53D842-7DF2-1FD3-99B4-29C8BA691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B05943B-5EB9-2B87-17BF-5E44B05CC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AEF2678-7032-BBFF-2844-6B3AC120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086F996-D833-7706-A311-6873C2DE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487B35-F265-FDC1-B685-FAB158997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924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72A0CE-908B-155F-6D13-A0D8E82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6946AE-4FCE-0D85-A57A-6693F10D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F7B40D-3024-EA02-329C-8FEAE87EE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EE2CFE-8844-E27C-3ABF-8D85E40B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369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8E31521-031E-CAB0-E8BB-9F6D29D30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9387B28-FF93-8AEE-7D36-2736CC5A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EEE04A-A84C-B4ED-3F8B-7A5CCC5E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0455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988A70-6C8A-E73F-FDDC-CEE663EC3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051A07-BE35-9DD3-BE5B-3787386BF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26FF71-95BF-FCB4-50F3-D40D6AD23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E13915-A656-FB02-B45A-EF8127FD1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629A5F-214B-1939-DC58-9555D482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9CF5B5-B2E0-7400-0D98-3ED780C4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73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7D9D23-C840-4035-B4AF-1286A33E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786CD73-8FE3-A4EC-2E92-B87E11A0A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823001-C834-8041-8C33-C76890139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C4D932-2DC3-5473-11EA-CF8A2DA5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781887-5BEA-DAFC-1719-AFF1B95D8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587724-3CAF-E458-72E3-D4BC16C7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560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43F96F-AB39-76B6-9D9E-3C1122D8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23AE2C9-EA71-E044-38A5-FAB4E5D9E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D0580C-651B-648E-331D-322D7FA3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6B4C81-8454-3A65-BDC6-97DF8851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0E5305-0569-52A6-01A6-BAD4C9E9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5846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D4BE4E6-232C-4ED5-EF11-63176DB66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E99841B-61BB-986A-2B5B-CC55FEEDD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62D500-1AC6-BE6C-DA2D-7CDE29E1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7C3B91-990A-8FE1-3999-4DB0B265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BA4E53-C817-CC04-86BB-7F44999EA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399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3545FC6-CD50-92E9-7192-DD1A7918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63529B-BF14-10A9-B16A-BCEDE5A66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67D2EB-7911-C337-E5B5-186525E82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416A3E-8BF5-4F18-8EC4-A2A1A7575C57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341066-0F5C-1538-C431-ABCB24CFF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135560-94ED-3696-9BD1-8C5AB1C3F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A48B8-10FA-4B74-BE3E-77032DE16E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441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E64A4D9-F2D8-DE53-03BD-80C8457E1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97" y="180024"/>
            <a:ext cx="11773505" cy="170823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4F17320-A913-4A9F-5739-47DA47FFECF8}"/>
              </a:ext>
            </a:extLst>
          </p:cNvPr>
          <p:cNvSpPr txBox="1"/>
          <p:nvPr/>
        </p:nvSpPr>
        <p:spPr>
          <a:xfrm>
            <a:off x="4241640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2F20240-2AD1-A3A8-8715-7FDEB453353D}"/>
              </a:ext>
            </a:extLst>
          </p:cNvPr>
          <p:cNvSpPr txBox="1"/>
          <p:nvPr/>
        </p:nvSpPr>
        <p:spPr>
          <a:xfrm>
            <a:off x="4628990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827AEF6-C098-2F74-B26A-1540F6628E5D}"/>
              </a:ext>
            </a:extLst>
          </p:cNvPr>
          <p:cNvSpPr txBox="1"/>
          <p:nvPr/>
        </p:nvSpPr>
        <p:spPr>
          <a:xfrm>
            <a:off x="5029040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EA51807-4E9E-8100-A185-A0CAB7949E31}"/>
              </a:ext>
            </a:extLst>
          </p:cNvPr>
          <p:cNvSpPr txBox="1"/>
          <p:nvPr/>
        </p:nvSpPr>
        <p:spPr>
          <a:xfrm>
            <a:off x="5422740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5A609CD-D32D-FCAF-6A3E-ABA55726C647}"/>
              </a:ext>
            </a:extLst>
          </p:cNvPr>
          <p:cNvSpPr txBox="1"/>
          <p:nvPr/>
        </p:nvSpPr>
        <p:spPr>
          <a:xfrm>
            <a:off x="5835490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DEA0573-7159-4B32-BE6C-28FD73742E2C}"/>
              </a:ext>
            </a:extLst>
          </p:cNvPr>
          <p:cNvSpPr txBox="1"/>
          <p:nvPr/>
        </p:nvSpPr>
        <p:spPr>
          <a:xfrm>
            <a:off x="6229030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B0275F4-C5D5-4157-8657-F77650E1E750}"/>
              </a:ext>
            </a:extLst>
          </p:cNvPr>
          <p:cNvSpPr txBox="1"/>
          <p:nvPr/>
        </p:nvSpPr>
        <p:spPr>
          <a:xfrm>
            <a:off x="6622570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2673AB7-D8F5-92DC-6B46-AB3FEA27194B}"/>
              </a:ext>
            </a:extLst>
          </p:cNvPr>
          <p:cNvSpPr txBox="1"/>
          <p:nvPr/>
        </p:nvSpPr>
        <p:spPr>
          <a:xfrm>
            <a:off x="7022300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291E1AF-DA5C-CD06-F10D-E2F0B61D5688}"/>
              </a:ext>
            </a:extLst>
          </p:cNvPr>
          <p:cNvSpPr txBox="1"/>
          <p:nvPr/>
        </p:nvSpPr>
        <p:spPr>
          <a:xfrm>
            <a:off x="7409650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606CB41-CAC7-8DAB-918D-56B62C328C74}"/>
              </a:ext>
            </a:extLst>
          </p:cNvPr>
          <p:cNvSpPr txBox="1"/>
          <p:nvPr/>
        </p:nvSpPr>
        <p:spPr>
          <a:xfrm>
            <a:off x="7809700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6CBEA48-7C6B-30B5-11A7-AEDF4B6B577A}"/>
              </a:ext>
            </a:extLst>
          </p:cNvPr>
          <p:cNvSpPr txBox="1"/>
          <p:nvPr/>
        </p:nvSpPr>
        <p:spPr>
          <a:xfrm>
            <a:off x="8237845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6163E88-62E8-0CB1-882F-767E029D2B51}"/>
              </a:ext>
            </a:extLst>
          </p:cNvPr>
          <p:cNvSpPr txBox="1"/>
          <p:nvPr/>
        </p:nvSpPr>
        <p:spPr>
          <a:xfrm>
            <a:off x="8610583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299B85B-9EE1-5788-FF65-F57746B63B8B}"/>
              </a:ext>
            </a:extLst>
          </p:cNvPr>
          <p:cNvSpPr txBox="1"/>
          <p:nvPr/>
        </p:nvSpPr>
        <p:spPr>
          <a:xfrm>
            <a:off x="8983321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C43A83D-8882-1005-BF08-6D6FCB51BD6B}"/>
              </a:ext>
            </a:extLst>
          </p:cNvPr>
          <p:cNvSpPr txBox="1"/>
          <p:nvPr/>
        </p:nvSpPr>
        <p:spPr>
          <a:xfrm>
            <a:off x="9404185" y="116205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54CCD09-6E1A-D0CB-D68B-F673A23A6ECA}"/>
              </a:ext>
            </a:extLst>
          </p:cNvPr>
          <p:cNvSpPr txBox="1"/>
          <p:nvPr/>
        </p:nvSpPr>
        <p:spPr>
          <a:xfrm>
            <a:off x="9792499" y="115570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D139780-AEAC-D4FD-22A0-33B2DD88A1F7}"/>
              </a:ext>
            </a:extLst>
          </p:cNvPr>
          <p:cNvSpPr txBox="1"/>
          <p:nvPr/>
        </p:nvSpPr>
        <p:spPr>
          <a:xfrm>
            <a:off x="10179849" y="115570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3571948-0ED5-5423-EC57-6A713DEC8EB0}"/>
              </a:ext>
            </a:extLst>
          </p:cNvPr>
          <p:cNvSpPr txBox="1"/>
          <p:nvPr/>
        </p:nvSpPr>
        <p:spPr>
          <a:xfrm>
            <a:off x="10579899" y="115570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6FB134F-DCB8-4B4E-294B-9AF7D4AA8D73}"/>
              </a:ext>
            </a:extLst>
          </p:cNvPr>
          <p:cNvSpPr txBox="1"/>
          <p:nvPr/>
        </p:nvSpPr>
        <p:spPr>
          <a:xfrm>
            <a:off x="10992329" y="115570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B06552B-EFFA-1FED-148C-F04EA47BD007}"/>
              </a:ext>
            </a:extLst>
          </p:cNvPr>
          <p:cNvSpPr txBox="1"/>
          <p:nvPr/>
        </p:nvSpPr>
        <p:spPr>
          <a:xfrm>
            <a:off x="11365067" y="1155700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0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B99C80AA-62D9-1F97-6E72-696152794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82" y="2377973"/>
            <a:ext cx="2641736" cy="3956253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42785DE-3AE4-7CA1-24BB-FED913C453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111" b="54815"/>
          <a:stretch/>
        </p:blipFill>
        <p:spPr>
          <a:xfrm>
            <a:off x="2981513" y="5320132"/>
            <a:ext cx="9121495" cy="1014094"/>
          </a:xfrm>
          <a:prstGeom prst="rect">
            <a:avLst/>
          </a:prstGeom>
        </p:spPr>
      </p:pic>
      <p:sp>
        <p:nvSpPr>
          <p:cNvPr id="31" name="Rechteck 30">
            <a:extLst>
              <a:ext uri="{FF2B5EF4-FFF2-40B4-BE49-F238E27FC236}">
                <a16:creationId xmlns:a16="http://schemas.microsoft.com/office/drawing/2014/main" id="{B2C8D84B-2D7D-5730-C1FF-70364A51D8CA}"/>
              </a:ext>
            </a:extLst>
          </p:cNvPr>
          <p:cNvSpPr/>
          <p:nvPr/>
        </p:nvSpPr>
        <p:spPr>
          <a:xfrm>
            <a:off x="3022600" y="5835650"/>
            <a:ext cx="24765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A134FEBE-4715-DE04-DE1B-A3397FEDA049}"/>
              </a:ext>
            </a:extLst>
          </p:cNvPr>
          <p:cNvSpPr txBox="1"/>
          <p:nvPr/>
        </p:nvSpPr>
        <p:spPr>
          <a:xfrm>
            <a:off x="3803650" y="2377973"/>
            <a:ext cx="7334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f_ssi_clk</a:t>
            </a:r>
            <a:r>
              <a:rPr lang="de-DE" dirty="0"/>
              <a:t>: 1 MHz, </a:t>
            </a:r>
            <a:r>
              <a:rPr lang="de-DE" dirty="0" err="1"/>
              <a:t>f_trigger</a:t>
            </a:r>
            <a:r>
              <a:rPr lang="de-DE" dirty="0"/>
              <a:t>: 20 kHz, 19bit SSI </a:t>
            </a:r>
            <a:r>
              <a:rPr lang="de-DE" dirty="0" err="1"/>
              <a:t>encoder</a:t>
            </a:r>
            <a:endParaRPr lang="de-DE" dirty="0"/>
          </a:p>
          <a:p>
            <a:endParaRPr lang="de-DE" dirty="0"/>
          </a:p>
          <a:p>
            <a:r>
              <a:rPr lang="de-DE" dirty="0"/>
              <a:t>standstill, Bitpattern in ILA </a:t>
            </a:r>
            <a:r>
              <a:rPr lang="de-DE" dirty="0" err="1"/>
              <a:t>equals</a:t>
            </a:r>
            <a:r>
              <a:rPr lang="de-DE" dirty="0"/>
              <a:t> 4450,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read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JavaGUI</a:t>
            </a:r>
            <a:endParaRPr lang="de-DE" dirty="0"/>
          </a:p>
          <a:p>
            <a:endParaRPr lang="de-DE" dirty="0"/>
          </a:p>
          <a:p>
            <a:r>
              <a:rPr lang="de-DE" dirty="0"/>
              <a:t>Position </a:t>
            </a:r>
            <a:r>
              <a:rPr lang="de-DE" dirty="0" err="1"/>
              <a:t>noise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raw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: ~13 </a:t>
            </a:r>
            <a:r>
              <a:rPr lang="de-DE" dirty="0" err="1"/>
              <a:t>ticks</a:t>
            </a:r>
            <a:r>
              <a:rPr lang="de-DE" dirty="0"/>
              <a:t> = 13/((2^19)-1) * 2 * </a:t>
            </a:r>
            <a:r>
              <a:rPr lang="de-DE" dirty="0" err="1"/>
              <a:t>pi</a:t>
            </a:r>
            <a:r>
              <a:rPr lang="de-DE" dirty="0"/>
              <a:t> = 0.16 </a:t>
            </a:r>
            <a:r>
              <a:rPr lang="de-DE" dirty="0" err="1"/>
              <a:t>milli</a:t>
            </a:r>
            <a:r>
              <a:rPr lang="de-DE" dirty="0"/>
              <a:t> </a:t>
            </a:r>
            <a:r>
              <a:rPr lang="de-DE" dirty="0" err="1"/>
              <a:t>rad</a:t>
            </a:r>
            <a:br>
              <a:rPr lang="de-DE" dirty="0"/>
            </a:br>
            <a:r>
              <a:rPr lang="de-DE" dirty="0"/>
              <a:t>= 0,009 ° </a:t>
            </a:r>
            <a:r>
              <a:rPr lang="de-DE" dirty="0" err="1"/>
              <a:t>mechanical</a:t>
            </a:r>
            <a:r>
              <a:rPr lang="de-DE" dirty="0"/>
              <a:t> </a:t>
            </a:r>
            <a:r>
              <a:rPr lang="de-DE" dirty="0" err="1"/>
              <a:t>position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130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CC8BA-2C0B-D674-8608-D2BB55DA9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33">
            <a:extLst>
              <a:ext uri="{FF2B5EF4-FFF2-40B4-BE49-F238E27FC236}">
                <a16:creationId xmlns:a16="http://schemas.microsoft.com/office/drawing/2014/main" id="{822B9897-0E72-505F-4810-815614C2B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42"/>
            <a:ext cx="12192000" cy="6286416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E87F4D68-D70F-61CB-F857-9766BF2C98B3}"/>
              </a:ext>
            </a:extLst>
          </p:cNvPr>
          <p:cNvSpPr txBox="1"/>
          <p:nvPr/>
        </p:nvSpPr>
        <p:spPr>
          <a:xfrm>
            <a:off x="790415" y="3613150"/>
            <a:ext cx="73342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f_ssi_clk</a:t>
            </a:r>
            <a:r>
              <a:rPr lang="de-DE" dirty="0">
                <a:solidFill>
                  <a:schemeClr val="bg1"/>
                </a:solidFill>
              </a:rPr>
              <a:t>: 1 MHz, </a:t>
            </a:r>
            <a:r>
              <a:rPr lang="de-DE" dirty="0" err="1">
                <a:solidFill>
                  <a:schemeClr val="bg1"/>
                </a:solidFill>
              </a:rPr>
              <a:t>f_trigger</a:t>
            </a:r>
            <a:r>
              <a:rPr lang="de-DE" dirty="0">
                <a:solidFill>
                  <a:schemeClr val="bg1"/>
                </a:solidFill>
              </a:rPr>
              <a:t>: 20 kHz, 19bit SSI </a:t>
            </a:r>
            <a:r>
              <a:rPr lang="de-DE" dirty="0" err="1">
                <a:solidFill>
                  <a:schemeClr val="bg1"/>
                </a:solidFill>
              </a:rPr>
              <a:t>encoder</a:t>
            </a:r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r>
              <a:rPr lang="de-DE" dirty="0" err="1">
                <a:solidFill>
                  <a:schemeClr val="bg1"/>
                </a:solidFill>
              </a:rPr>
              <a:t>Const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rotation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from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dirty="0" err="1">
                <a:solidFill>
                  <a:schemeClr val="bg1"/>
                </a:solidFill>
              </a:rPr>
              <a:t>stepper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motor</a:t>
            </a:r>
            <a:r>
              <a:rPr lang="de-DE" dirty="0">
                <a:solidFill>
                  <a:schemeClr val="bg1"/>
                </a:solidFill>
              </a:rPr>
              <a:t>, </a:t>
            </a:r>
          </a:p>
          <a:p>
            <a:endParaRPr lang="de-DE" dirty="0">
              <a:solidFill>
                <a:schemeClr val="bg1"/>
              </a:solidFill>
            </a:endParaRPr>
          </a:p>
          <a:p>
            <a:r>
              <a:rPr lang="de-DE" dirty="0" err="1">
                <a:solidFill>
                  <a:schemeClr val="bg1"/>
                </a:solidFill>
              </a:rPr>
              <a:t>Disturbance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free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readout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of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position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dirty="0" err="1">
                <a:solidFill>
                  <a:schemeClr val="bg1"/>
                </a:solidFill>
              </a:rPr>
              <a:t>Red</a:t>
            </a:r>
            <a:r>
              <a:rPr lang="de-DE" dirty="0">
                <a:solidFill>
                  <a:schemeClr val="bg1"/>
                </a:solidFill>
              </a:rPr>
              <a:t>: </a:t>
            </a:r>
            <a:r>
              <a:rPr lang="de-DE" dirty="0" err="1">
                <a:solidFill>
                  <a:schemeClr val="bg1"/>
                </a:solidFill>
              </a:rPr>
              <a:t>mech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position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 err="1">
                <a:solidFill>
                  <a:schemeClr val="bg1"/>
                </a:solidFill>
              </a:rPr>
              <a:t>rad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Green: </a:t>
            </a:r>
            <a:r>
              <a:rPr lang="de-DE" dirty="0" err="1">
                <a:solidFill>
                  <a:schemeClr val="bg1"/>
                </a:solidFill>
              </a:rPr>
              <a:t>raw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mech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position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normalized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max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value</a:t>
            </a:r>
            <a:r>
              <a:rPr lang="de-DE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1435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Breitbild</PresentationFormat>
  <Paragraphs>31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Hoerner</dc:creator>
  <cp:lastModifiedBy>Michael Hoerner</cp:lastModifiedBy>
  <cp:revision>2</cp:revision>
  <dcterms:created xsi:type="dcterms:W3CDTF">2025-03-31T13:50:55Z</dcterms:created>
  <dcterms:modified xsi:type="dcterms:W3CDTF">2025-03-31T14:05:13Z</dcterms:modified>
</cp:coreProperties>
</file>